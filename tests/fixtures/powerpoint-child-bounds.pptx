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21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334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84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06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69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49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70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19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348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71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3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AF670-813F-4C89-A45B-6DB512E093A5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B2A3B-5E75-42CE-8CF7-F871A569B6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 rot="1800000"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425832025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>
            <a:off x="1524000" y="1778000"/>
            <a:ext cx="5080000" cy="22860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 rot="2700000"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964307372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 rot="1800000"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 rot="5400000"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2768895054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0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uter"/>
          <p:cNvGrpSpPr>
            <a:grpSpLocks/>
          </p:cNvGrpSpPr>
          <p:nvPr/>
        </p:nvGrpSpPr>
        <p:grpSpPr>
          <a:xfrm flipH="1">
            <a:off x="1524000" y="1778000"/>
            <a:ext cx="5080000" cy="1714500"/>
            <a:chOff x="889000" y="1016000"/>
            <a:chExt cx="2540000" cy="1143000"/>
          </a:xfrm>
        </p:grpSpPr>
        <p:grpSp>
          <p:nvGrpSpPr>
            <p:cNvPr id="4" name="Inner"/>
            <p:cNvGrpSpPr>
              <a:grpSpLocks/>
            </p:cNvGrpSpPr>
            <p:nvPr/>
          </p:nvGrpSpPr>
          <p:grpSpPr>
            <a:xfrm>
              <a:off x="889000" y="1016000"/>
              <a:ext cx="1714500" cy="1143000"/>
              <a:chOff x="635000" y="762000"/>
              <a:chExt cx="1143000" cy="762000"/>
            </a:xfrm>
          </p:grpSpPr>
          <p:sp>
            <p:nvSpPr>
              <p:cNvPr id="2" name="Nested A"/>
              <p:cNvSpPr/>
              <p:nvPr/>
            </p:nvSpPr>
            <p:spPr>
              <a:xfrm rot="-1800000">
                <a:off x="635000" y="762000"/>
                <a:ext cx="508000" cy="381000"/>
              </a:xfrm>
              <a:prstGeom prst="rect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Nested B"/>
              <p:cNvSpPr/>
              <p:nvPr/>
            </p:nvSpPr>
            <p:spPr>
              <a:xfrm>
                <a:off x="1397000" y="1016000"/>
                <a:ext cx="381000" cy="508000"/>
              </a:xfrm>
              <a:prstGeom prst="ellipse">
                <a:avLst/>
              </a:prstGeom>
              <a:solidFill>
                <a:srgbClr val="00FF00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ns2:hiddenLine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ns2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Nested C"/>
            <p:cNvSpPr/>
            <p:nvPr/>
          </p:nvSpPr>
          <p:spPr>
            <a:xfrm>
              <a:off x="2921000" y="1270000"/>
              <a:ext cx="508000" cy="635000"/>
            </a:xfrm>
            <a:prstGeom prst="rect">
              <a:avLst/>
            </a:prstGeom>
            <a:solidFill>
              <a:srgbClr val="000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ns2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ns2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ns3:creationId val="370340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Unbekannter Benutzer</dc:creator>
  <cp:lastModifiedBy>Unbekannter Benutzer</cp:lastModifiedBy>
  <cp:revision>1</cp:revision>
  <dcterms:created xsi:type="dcterms:W3CDTF">2026-09-10T18:03:11Z</dcterms:created>
  <dcterms:modified xsi:type="dcterms:W3CDTF">2026-09-10T18:03:11Z</dcterms:modified>
</cp:coreProperties>
</file>