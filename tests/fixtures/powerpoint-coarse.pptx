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21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3347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84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06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69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049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70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7195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348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71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3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86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microsoft.com/office/drawing/2010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>
            <a:off x="1524000" y="1778000"/>
            <a:ext cx="5080000" cy="17145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50" y="60"/>
              <a:chExt cx="90" cy="60"/>
            </a:xfrm>
          </p:grpSpPr>
          <p:sp>
            <p:nvSpPr>
              <p:cNvPr id="2" name="Nested A"/>
              <p:cNvSpPr/>
              <p:nvPr/>
            </p:nvSpPr>
            <p:spPr>
              <a:xfrm>
                <a:off x="50" y="60"/>
                <a:ext cx="40" cy="3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10" y="80"/>
                <a:ext cx="30" cy="4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ns2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ns2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ns3:creationId val="425832025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0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>
            <a:off x="1524000" y="1778000"/>
            <a:ext cx="5080000" cy="22860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50" y="60"/>
              <a:chExt cx="90" cy="60"/>
            </a:xfrm>
          </p:grpSpPr>
          <p:sp>
            <p:nvSpPr>
              <p:cNvPr id="2" name="Nested A"/>
              <p:cNvSpPr/>
              <p:nvPr/>
            </p:nvSpPr>
            <p:spPr>
              <a:xfrm>
                <a:off x="50" y="60"/>
                <a:ext cx="40" cy="3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10" y="80"/>
                <a:ext cx="30" cy="4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ns2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ns2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ns3:creationId val="964307372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0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 rot="1800000">
            <a:off x="1524000" y="1778000"/>
            <a:ext cx="5080000" cy="17145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50" y="60"/>
              <a:chExt cx="90" cy="60"/>
            </a:xfrm>
          </p:grpSpPr>
          <p:sp>
            <p:nvSpPr>
              <p:cNvPr id="2" name="Nested A"/>
              <p:cNvSpPr/>
              <p:nvPr/>
            </p:nvSpPr>
            <p:spPr>
              <a:xfrm>
                <a:off x="50" y="60"/>
                <a:ext cx="40" cy="3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10" y="80"/>
                <a:ext cx="30" cy="4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ns2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ns2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ns3:creationId val="2768895054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0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 flipH="1">
            <a:off x="1524000" y="1778000"/>
            <a:ext cx="5080000" cy="17145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50" y="60"/>
              <a:chExt cx="90" cy="60"/>
            </a:xfrm>
          </p:grpSpPr>
          <p:sp>
            <p:nvSpPr>
              <p:cNvPr id="2" name="Nested A"/>
              <p:cNvSpPr/>
              <p:nvPr/>
            </p:nvSpPr>
            <p:spPr>
              <a:xfrm>
                <a:off x="50" y="60"/>
                <a:ext cx="40" cy="3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10" y="80"/>
                <a:ext cx="30" cy="4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ns2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ns2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ns3:creationId val="370340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Unbekannter Benutzer</dc:creator>
  <cp:lastModifiedBy>Unbekannter Benutzer</cp:lastModifiedBy>
  <cp:revision>1</cp:revision>
  <dcterms:created xsi:type="dcterms:W3CDTF">2026-09-10T18:03:11Z</dcterms:created>
  <dcterms:modified xsi:type="dcterms:W3CDTF">2026-09-10T18:03:11Z</dcterms:modified>
</cp:coreProperties>
</file>