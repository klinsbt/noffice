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21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34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4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06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69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49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0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19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34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71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3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25832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22860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6430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rot="1800000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6889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flipH="1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70340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Unbekannter Benutzer</dc:creator>
  <cp:lastModifiedBy>Unbekannter Benutzer</cp:lastModifiedBy>
  <cp:revision>1</cp:revision>
  <dcterms:created xsi:type="dcterms:W3CDTF">2026-09-10T18:03:11Z</dcterms:created>
  <dcterms:modified xsi:type="dcterms:W3CDTF">2026-09-10T18:03:11Z</dcterms:modified>
</cp:coreProperties>
</file>