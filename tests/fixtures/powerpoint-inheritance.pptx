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</p:sldIdLst>
  <p:sldSz cx="9144000" cy="5143500"/>
  <p:notesSz cx="6858000" cy="9144000"/>
  <p:defaultTextStyle>
    <a:defPPr>
      <a:defRPr lang="de-DE"/>
    </a:defPPr>
    <a:lvl1pPr marL="0" algn="l" defTabSz="914400" rtl="0" eaLnBrk="1" latinLnBrk="0" hangingPunct="1">
      <a:defRPr lang="de-DE" sz="34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offic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62000" y="381000"/>
            <a:ext cx="7112000" cy="1079500"/>
          </a:xfrm>
        </p:spPr>
        <p:txBody>
          <a:bodyPr anchor="b">
            <a:noAutofit/>
          </a:bodyPr>
          <a:lstStyle>
            <a:lvl1pPr algn="ctr">
              <a:defRPr sz="3800" i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1068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7329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3051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4421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382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3359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1417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2754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62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281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0894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offic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7112000" cy="1079500"/>
          </a:xfrm>
        </p:spPr>
        <p:txBody>
          <a:bodyPr anchor="b">
            <a:noAutofit/>
          </a:bodyPr>
          <a:lstStyle>
            <a:lvl1pPr algn="ctr">
              <a:defRPr sz="4000" i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245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493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1284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4317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6272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98678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241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28177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2925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4918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8858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400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A446D-CC3F-4116-A2DC-584C7DFDB6AC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D463D-BAED-4E88-9287-E9632B6E9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9891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erit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mtClean="0"/>
              <a:t>Master 1 title</a:t>
            </a:r>
            <a:endParaRPr lang="de-DE"/>
          </a:p>
        </p:txBody>
      </p:sp>
      <p:sp>
        <p:nvSpPr>
          <p:cNvPr id="3" name="Rich subtitle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sz="2000" u="sng" smtClean="0">
                <a:latin typeface="Arial" panose="020B0604020202020204" pitchFamily="34" charset="0"/>
              </a:rPr>
              <a:t>Plain </a:t>
            </a:r>
            <a:r>
              <a:rPr lang="de-DE" sz="2800" b="1" smtClean="0">
                <a:latin typeface="Arial" panose="020B0604020202020204" pitchFamily="34" charset="0"/>
              </a:rPr>
              <a:t>BOLD</a:t>
            </a:r>
            <a:r>
              <a:rPr lang="de-DE" sz="2000" i="1" smtClean="0">
                <a:solidFill>
                  <a:srgbClr val="112233"/>
                </a:solidFill>
                <a:latin typeface="Arial" panose="020B0604020202020204" pitchFamily="34" charset="0"/>
              </a:rPr>
              <a:t> tail</a:t>
            </a:r>
            <a:endParaRPr lang="de-DE" sz="2000" i="1">
              <a:solidFill>
                <a:srgbClr val="112233"/>
              </a:solidFill>
              <a:latin typeface="Arial" panose="020B0604020202020204" pitchFamily="34" charset="0"/>
            </a:endParaRPr>
          </a:p>
        </p:txBody>
      </p:sp>
      <p:grpSp>
        <p:nvGrpSpPr>
          <p:cNvPr id="8" name="Outer group"/>
          <p:cNvGrpSpPr/>
          <p:nvPr/>
        </p:nvGrpSpPr>
        <p:grpSpPr>
          <a:xfrm>
            <a:off x="1016000" y="3556000"/>
            <a:ext cx="2159000" cy="381000"/>
            <a:chOff x="1016000" y="3556000"/>
            <a:chExt cx="2159000" cy="381000"/>
          </a:xfrm>
        </p:grpSpPr>
        <p:grpSp>
          <p:nvGrpSpPr>
            <p:cNvPr id="6" name="Inner group"/>
            <p:cNvGrpSpPr/>
            <p:nvPr/>
          </p:nvGrpSpPr>
          <p:grpSpPr>
            <a:xfrm>
              <a:off x="1016000" y="3556000"/>
              <a:ext cx="1270000" cy="381000"/>
              <a:chOff x="1016000" y="3556000"/>
              <a:chExt cx="1270000" cy="381000"/>
            </a:xfrm>
          </p:grpSpPr>
          <p:sp>
            <p:nvSpPr>
              <p:cNvPr id="4" name="Nested A"/>
              <p:cNvSpPr/>
              <p:nvPr/>
            </p:nvSpPr>
            <p:spPr>
              <a:xfrm>
                <a:off x="1016000" y="3556000"/>
                <a:ext cx="5080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Nested B"/>
              <p:cNvSpPr/>
              <p:nvPr/>
            </p:nvSpPr>
            <p:spPr>
              <a:xfrm>
                <a:off x="1778000" y="3556000"/>
                <a:ext cx="5080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7" name="Nested C"/>
            <p:cNvSpPr/>
            <p:nvPr/>
          </p:nvSpPr>
          <p:spPr>
            <a:xfrm>
              <a:off x="2667000" y="3556000"/>
              <a:ext cx="508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290794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erited 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mtClean="0"/>
              <a:t>Master 2 title</a:t>
            </a:r>
            <a:endParaRPr lang="de-DE"/>
          </a:p>
        </p:txBody>
      </p:sp>
      <p:sp>
        <p:nvSpPr>
          <p:cNvPr id="3" name="Rich 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sz="2000" u="sng" smtClean="0">
                <a:latin typeface="Arial" panose="020B0604020202020204" pitchFamily="34" charset="0"/>
              </a:rPr>
              <a:t>Plain </a:t>
            </a:r>
            <a:r>
              <a:rPr lang="de-DE" sz="2800" b="1" smtClean="0">
                <a:latin typeface="Arial" panose="020B0604020202020204" pitchFamily="34" charset="0"/>
              </a:rPr>
              <a:t>BOLD</a:t>
            </a:r>
            <a:r>
              <a:rPr lang="de-DE" sz="2000" i="1" smtClean="0">
                <a:solidFill>
                  <a:srgbClr val="112233"/>
                </a:solidFill>
                <a:latin typeface="Arial" panose="020B0604020202020204" pitchFamily="34" charset="0"/>
              </a:rPr>
              <a:t> tail</a:t>
            </a:r>
            <a:endParaRPr lang="de-DE" sz="2000" i="1">
              <a:solidFill>
                <a:srgbClr val="112233"/>
              </a:solidFill>
              <a:latin typeface="Arial" panose="020B0604020202020204" pitchFamily="34" charset="0"/>
            </a:endParaRPr>
          </a:p>
        </p:txBody>
      </p:sp>
      <p:grpSp>
        <p:nvGrpSpPr>
          <p:cNvPr id="8" name="Outer group"/>
          <p:cNvGrpSpPr/>
          <p:nvPr/>
        </p:nvGrpSpPr>
        <p:grpSpPr>
          <a:xfrm>
            <a:off x="1016000" y="3556000"/>
            <a:ext cx="2159000" cy="381000"/>
            <a:chOff x="1016000" y="3556000"/>
            <a:chExt cx="2159000" cy="381000"/>
          </a:xfrm>
        </p:grpSpPr>
        <p:grpSp>
          <p:nvGrpSpPr>
            <p:cNvPr id="6" name="Inner group"/>
            <p:cNvGrpSpPr/>
            <p:nvPr/>
          </p:nvGrpSpPr>
          <p:grpSpPr>
            <a:xfrm>
              <a:off x="1016000" y="3556000"/>
              <a:ext cx="1270000" cy="381000"/>
              <a:chOff x="1016000" y="3556000"/>
              <a:chExt cx="1270000" cy="381000"/>
            </a:xfrm>
          </p:grpSpPr>
          <p:sp>
            <p:nvSpPr>
              <p:cNvPr id="4" name="Nested A"/>
              <p:cNvSpPr/>
              <p:nvPr/>
            </p:nvSpPr>
            <p:spPr>
              <a:xfrm>
                <a:off x="1016000" y="3556000"/>
                <a:ext cx="5080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Nested B"/>
              <p:cNvSpPr/>
              <p:nvPr/>
            </p:nvSpPr>
            <p:spPr>
              <a:xfrm>
                <a:off x="1778000" y="3556000"/>
                <a:ext cx="5080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7" name="Nested C"/>
            <p:cNvSpPr/>
            <p:nvPr/>
          </p:nvSpPr>
          <p:spPr>
            <a:xfrm>
              <a:off x="2667000" y="3556000"/>
              <a:ext cx="508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956597256"/>
      </p:ext>
    </p:extLst>
  </p:cSld>
  <p:clrMapOvr>
    <a:masterClrMapping/>
  </p:clrMapOvr>
</p:sld>
</file>

<file path=ppt/theme/theme1.xml><?xml version="1.0" encoding="utf-8"?>
<a:theme xmlns:a="http://schemas.openxmlformats.org/drawingml/2006/main" name="Noffice Master On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ffice Master Tw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Benutzerdefiniert</PresentationFormat>
  <Paragraphs>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Noffice Master One</vt:lpstr>
      <vt:lpstr>Noffice Master Two</vt:lpstr>
      <vt:lpstr>Master 1 title</vt:lpstr>
      <vt:lpstr>Master 2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1 title</dc:title>
  <dc:creator>Unbekannter Benutzer</dc:creator>
  <cp:lastModifiedBy>Unbekannter Benutzer</cp:lastModifiedBy>
  <cp:revision>1</cp:revision>
  <dcterms:created xsi:type="dcterms:W3CDTF">2026-09-10T17:22:42Z</dcterms:created>
  <dcterms:modified xsi:type="dcterms:W3CDTF">2026-09-10T17:22:42Z</dcterms:modified>
</cp:coreProperties>
</file>